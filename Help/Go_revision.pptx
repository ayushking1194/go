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Go Language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Go is a statically typed, compiled language.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Focuses on simplicity and concurrency.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A Go file begins with package declaration and imports.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package main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import "fmt"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func main() 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fmt.Println("Hello, World!")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Variables &amp;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Go is strongly typed – each variable must have a defined type.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Use var for explicit typing or := for inferred typing.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Common types: int, float64, string, bool, rune, complex128.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x := 10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var y float64 = 3.14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name := "GoLang"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Functions &amp;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Functions can return multiple values.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Named return values simplify return statements.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Go passes arguments by value by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func add(x, y int) (sum int) 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sum = x + y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return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Arrays &amp; Slices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Arrays: Fixed-size collection.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Slices: Dynamic, more commonly used.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append() is used to add elements to slices.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nums := []int{1,2,3}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nums = append(nums, 4,5)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Maps &amp; 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Maps are key-value pairs.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Structs allow custom data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type Person struct 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Name string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Age  int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}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p := Person{"Ayush", 25}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if, for, switch are the primary control statements.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Only 'for' exists for looping; it replaces while.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for i := 0; i &lt; 3; i++ 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fmt.Println(i)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Concurrency with Goroutines &amp;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goroutines run functions concurrently.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Channels enable safe communication between goroutines.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c := make(chan int)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go func(){ c &lt;- 1 }()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fmt.Println(&lt;-c)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Interfaces &amp;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Interfaces define method sets.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Any type implementing all methods of an interface satisfies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type Shape interface { Area() float64 }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func (r Rect) Area() float64 { return r.w * r.h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Mini Project: Simple Web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Exercise: Create a basic web server printing a message.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Expected time: &lt;2 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package main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import "net/http"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func main(){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http.HandleFunc("/", func(w http.ResponseWriter, r *http.Request){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  w.Write([]byte("Hello Go Web!")) })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  http.ListenAndServe(":8080", nil)</a:t>
            </a:r>
          </a:p>
          <a:p>
            <a:pPr>
              <a:defRPr sz="1800">
                <a:solidFill>
                  <a:srgbClr val="61AFEF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</a:defRPr>
            </a:pPr>
            <a:r>
              <a:t>Interactive Quiz 1: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Q1. Which keyword is used to declare a variable in Go?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a) declare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b) var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c) define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d) let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Q2. Which of these is a valid Go entry point?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a) init()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b) start()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c) main()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d) run()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Section Summary: Go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package, import, func – fundamental building blocks.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:= for short variable declaration.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Arrays are fixed, slices are dynamic.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Concurrency via goroutines and channels.</a:t>
            </a:r>
          </a:p>
          <a:p>
            <a:pPr>
              <a:spcAft>
                <a:spcPts val="800"/>
              </a:spcAft>
              <a:defRPr sz="2000">
                <a:solidFill>
                  <a:srgbClr val="DCDCDC"/>
                </a:solidFill>
              </a:defRPr>
            </a:pPr>
            <a:r>
              <a:t>• Interfaces provide polymorphism.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